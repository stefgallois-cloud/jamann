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[TITRE DU POST]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[Sous-titre ou accroche]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0" y="8046720"/>
            <a:ext cx="640080" cy="6400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</a:rPr>
              <a:t>[TITRE DE SECTION]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1]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2]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3]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321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6"/>
                </a:solidFill>
              </a:rPr>
              <a:t>Sources : [...]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7498080"/>
            <a:ext cx="2011680" cy="201168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28600"/>
            <a:ext cx="2743200" cy="3474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28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D1A78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[TITRE DU POST]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[Sous-titre ou accroche]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549640"/>
            <a:ext cx="640080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9A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28600"/>
            <a:ext cx="2743200" cy="3474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228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D1A78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CDC4"/>
                </a:solidFill>
              </a:rPr>
              <a:t>[TITRE DE SECTION]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1]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2]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3]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321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9A"/>
                </a:solidFill>
              </a:rPr>
              <a:t>Sources : [...]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9A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9144000"/>
          </a:xfrm>
          <a:prstGeom prst="rect">
            <a:avLst/>
          </a:prstGeom>
          <a:solidFill>
            <a:srgbClr val="7FD9A0"/>
          </a:solidFill>
          <a:ln w="12700">
            <a:solidFill>
              <a:srgbClr val="7F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56032"/>
            <a:ext cx="36576" cy="237744"/>
          </a:xfrm>
          <a:prstGeom prst="rect">
            <a:avLst/>
          </a:prstGeom>
          <a:solidFill>
            <a:srgbClr val="7FD9A0"/>
          </a:solidFill>
          <a:ln w="12700">
            <a:solidFill>
              <a:srgbClr val="7FD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FD9A0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1752" y="320040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[TITRE DU POST]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1752" y="5212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[Sous-titre ou accroche]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9144000"/>
          </a:xfrm>
          <a:prstGeom prst="rect">
            <a:avLst/>
          </a:prstGeom>
          <a:solidFill>
            <a:srgbClr val="7FD9A0"/>
          </a:solidFill>
          <a:ln w="12700">
            <a:solidFill>
              <a:srgbClr val="7F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347472"/>
            <a:ext cx="36576" cy="274320"/>
          </a:xfrm>
          <a:prstGeom prst="rect">
            <a:avLst/>
          </a:prstGeom>
          <a:solidFill>
            <a:srgbClr val="7FD9A0"/>
          </a:solidFill>
          <a:ln w="12700">
            <a:solidFill>
              <a:srgbClr val="7FD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" y="3291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A0"/>
                </a:solidFill>
              </a:rPr>
              <a:t>[TITRE DE SECTION]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" y="1005840"/>
            <a:ext cx="8503920" cy="6400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1]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2]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[Ligne 3]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" y="8321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Sources : [...]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Copains — Templates</dc:title>
  <dc:subject>PptxGenJS Presentation</dc:subject>
  <dc:creator>PptxGenJS</dc:creator>
  <cp:lastModifiedBy>PptxGenJS</cp:lastModifiedBy>
  <cp:revision>1</cp:revision>
  <dcterms:created xsi:type="dcterms:W3CDTF">2026-05-31T10:42:28Z</dcterms:created>
  <dcterms:modified xsi:type="dcterms:W3CDTF">2026-05-31T10:42:28Z</dcterms:modified>
</cp:coreProperties>
</file>