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</a:rPr>
              <a:t>LES COPAINS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Osez l'IA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gouvernement pousse l'IA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4983480"/>
            <a:ext cx="2743200" cy="36576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166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stratégique pour les entreprises… et pour les citoyens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46720" y="8046720"/>
            <a:ext cx="640080" cy="64008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32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6"/>
                </a:solidFill>
              </a:rPr>
              <a:t>@stéphanie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</a:rPr>
              <a:t>LES COPAINS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</a:rPr>
              <a:t>CHIFFRES CLÉS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M€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749040" y="10972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du plan « Osez l'IA 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aider les entreprises à adopter l'IA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27432"/>
          </a:xfrm>
          <a:prstGeom prst="rect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Md€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749040" y="21945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Investissements annoncés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l'IA française d'ici 2031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27432"/>
          </a:xfrm>
          <a:prstGeom prst="rect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749040" y="32918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Français à former à l'IA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d'ici 2030 — l'objectif officiel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8321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6"/>
                </a:solidFill>
              </a:rPr>
              <a:t>Sources : DGE · Le Monde · Clubic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8732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6"/>
                </a:solidFill>
              </a:rPr>
              <a:t>@stéphanie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</a:rPr>
              <a:t>LES COPAINS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</a:rPr>
              <a:t>POURQUOI MAINTENANT 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132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devient incontournable dans le travail quotidien.</a:t>
            </a:r>
            <a:endParaRPr lang="en-US" sz="18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formation, on risque de créer un fossé entre ceux qui savent et ceux qui subissent.</a:t>
            </a:r>
            <a:endParaRPr lang="en-US" sz="18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freins ? Peur de l'inconnu. L'impression que c'est compliqué. Un coût perçu trop élevé.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732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6"/>
                </a:solidFill>
              </a:rPr>
              <a:t>@stéphanie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</a:rPr>
              <a:t>LES COPAINS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</a:rPr>
              <a:t>MON MESSAGE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132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n'est pas un ami — c'est un outil.</a:t>
            </a:r>
            <a:endParaRPr lang="en-US" sz="18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d'avoir peur. Juste besoin d'apprendre à s'en servir.</a:t>
            </a:r>
            <a:endParaRPr lang="en-US" sz="18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ne se souvient pas de tout et ne « comprend » pas comme un humain.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732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6"/>
                </a:solidFill>
              </a:rPr>
              <a:t>@stéphanie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</a:rPr>
              <a:t>LES COPAINS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passé un an à apprendre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me servir de l'IA.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Autant partager ce que j'ai trouvé — pour vous, gratuitement.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9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deux jours, un post.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9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sourcé, utile.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766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Dites-moi ce que vous en pensez 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8732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6"/>
                </a:solidFill>
              </a:rPr>
              <a:t>@stéphanie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</a:rPr>
              <a:t>LES COPAINS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vous,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déjà essayé 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vous retient — ou qu'est-ce qui vous a convaincu 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046720" y="8046720"/>
            <a:ext cx="640080" cy="64008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21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96"/>
                </a:solidFill>
              </a:rPr>
              <a:t>Sources : Plan « Osez l'IA » — DGE  ·  109 Md€ — Le Monde  ·  15 M Français — Clubic  ·  Freins — EFIMOVE  ·  Limites IA — Aivancity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732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6"/>
                </a:solidFill>
              </a:rPr>
              <a:t>@stéphanie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Copains — Post 01</dc:title>
  <dc:subject>PptxGenJS Presentation</dc:subject>
  <dc:creator>PptxGenJS</dc:creator>
  <cp:lastModifiedBy>PptxGenJS</cp:lastModifiedBy>
  <cp:revision>1</cp:revision>
  <dcterms:created xsi:type="dcterms:W3CDTF">2026-05-31T10:54:40Z</dcterms:created>
  <dcterms:modified xsi:type="dcterms:W3CDTF">2026-05-31T10:54:40Z</dcterms:modified>
</cp:coreProperties>
</file>